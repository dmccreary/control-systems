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991A-D3B9-75FC-E5B5-6DC06C784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DE872-9F0B-7567-CEA0-9570EB91B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1B644-B50E-097A-E251-D1101106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499B3-EFC9-B0A2-3780-3EC2C1D8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D61BA-2D8E-C4D3-9051-6D422B2B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4441-BC18-0A2B-BAB0-A60071B1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4DE1-B8CA-0438-33B2-D49D3174C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5BA48-8B96-59D1-0AA0-203F736C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21FB-6CA4-77AF-B54A-12B130F3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0BEBB-A4CA-8A6F-50AF-1897B235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0C42-BAFC-D6CA-AE07-81C1CB34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632F1-A409-C2AC-64F4-906FE14C3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E5E2-4AA9-19AE-B9F9-AE0BE622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94E28-E512-DB7B-1E9A-8754C3B20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FBA77-AD0A-BFBD-E1D1-0F99C00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9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BBD8-9F61-4519-9677-3C679E9D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435D-C585-9ACB-4E13-8FD223895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EC653-7A23-D732-392D-31106FB5A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5B565-EF37-7B93-5006-0BD61552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52867-B538-2A01-03F6-9DC2AF82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4F171-3698-C613-6952-171861A6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1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1ECE-27A0-9456-5D1D-B6F96F1C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05AB8-AFB9-EC95-1BFD-F760F55B9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E055C-8115-712E-9BFF-627AFF56F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0649C-9781-4871-51E1-1644D74FA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17212-F7C4-6292-B7EB-128553321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04942-1E3A-BBB3-617A-9D1CDDCB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EADF3-5A2B-1FFA-B2BF-A5B48593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FD84A-976A-3127-0E8C-85ECE5B1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9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3C4E-51C5-BC51-88B4-93F3A8A4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5E1B4-C93B-B24B-D207-91A8ED7A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4643D-51E7-3E4B-80FA-F5824B95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73E28-3111-AB28-26A7-895172B9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4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4A62F-FE78-58B8-D609-A5824BA4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9896E-9604-4F2C-80D7-0AE62900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D5EF0-F2A9-FB8F-D5CA-57A5E1F2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0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E4F2-F5C5-E734-A66F-AF8E8A90D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465D3-6C30-56DA-A77E-CF2AA9843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CF4FA-D63B-4194-27C2-C509BA3B6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F4546-5292-DB1E-4A7C-9C68B04C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F3783-FCC1-F161-8A9F-E5D079A7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475A9-0435-8F05-A98A-02E1727F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8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BFEA-E30A-9D62-E363-5CB0219C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749D4-69B2-C4D3-7AAA-8CB93B257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43CDB-6A7A-7783-8FE9-907B795AA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C5B4C-F816-97B0-BC58-DB0642D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A8646-DE69-13A1-113D-07008CFC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481D8-5936-0B3A-D588-B0DFA7A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8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FB24-3D3F-8E01-DD12-B6102BF7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B543E-E91B-22FE-A888-3E45230DA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A8801-7814-7732-FEEF-14863D9A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35FCD-A5B3-4E52-3128-DDC277FE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240A-1593-387B-CEDE-84AAB660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6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02D4C-63D5-8A86-C293-B482F9075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D797C-1CAA-96B6-1A76-9C817AA35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A4E9D-A96A-AF1F-88C0-B7A3F30B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1B071-F73F-9C85-6504-75FF8BA9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5A26E-0FDD-91FE-9E12-4CC964D0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8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27DEB-F79C-B6AC-E881-C9EDDAD8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7612D-A3D2-70B0-8E13-A93850F9F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3DFB5-72CE-5803-1D24-EA63DB28A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678F0-0F37-2D48-9BE2-FB9DB6BAD753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2CE82-9558-C3C4-4E93-80A577C22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F6632-4B60-ABDD-7CFE-B26A599EF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19165-7C07-4F4F-A7A6-DA1FADDA3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6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toon of a robot&#10;&#10;AI-generated content may be incorrect.">
            <a:extLst>
              <a:ext uri="{FF2B5EF4-FFF2-40B4-BE49-F238E27FC236}">
                <a16:creationId xmlns:a16="http://schemas.microsoft.com/office/drawing/2014/main" id="{A508E611-0D10-2C4F-9E4C-A2C38A7F0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9" t="7336" r="8066" b="17064"/>
          <a:stretch>
            <a:fillRect/>
          </a:stretch>
        </p:blipFill>
        <p:spPr>
          <a:xfrm>
            <a:off x="3323968" y="654907"/>
            <a:ext cx="5498756" cy="50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5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2</cp:revision>
  <dcterms:created xsi:type="dcterms:W3CDTF">2026-02-01T02:42:33Z</dcterms:created>
  <dcterms:modified xsi:type="dcterms:W3CDTF">2026-02-01T12:43:13Z</dcterms:modified>
</cp:coreProperties>
</file>